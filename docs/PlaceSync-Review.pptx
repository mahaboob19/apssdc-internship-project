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-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77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3840480" cy="384048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2DD4BF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2DD4BF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286000" y="3474720"/>
            <a:ext cx="5029200" cy="5029200"/>
          </a:xfrm>
          <a:prstGeom prst="ellipse">
            <a:avLst/>
          </a:prstGeom>
          <a:solidFill>
            <a:srgbClr val="FF9900">
              <a:alpha val="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APSSDC AWS &amp; DEVOPS INTERNSHIP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PlaceSync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Placement Tracker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decoupled Node.js application, automatically deployed on AWS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Terraform for end-to-end Infrastructure as Code.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468112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Pattan Mahaboob Subhani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Papadasu Satish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Gangavarapu Tharun Kumar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Ikkurthi Lakshmi Narayana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Netuluri Sphurthi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3840480" cy="384048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2DD4B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65760" cy="365760"/>
          </a:xfrm>
          <a:prstGeom prst="ellipse">
            <a:avLst/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691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365760" cy="365760"/>
          </a:xfrm>
          <a:prstGeom prst="ellipse">
            <a:avLst/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4688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2461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365760" cy="365760"/>
          </a:xfrm>
          <a:prstGeom prst="ellipse">
            <a:avLst/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40233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365760" cy="365760"/>
          </a:xfrm>
          <a:prstGeom prst="ellipse">
            <a:avLst/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8006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1737360"/>
            <a:ext cx="365760" cy="365760"/>
          </a:xfrm>
          <a:prstGeom prst="ellipse">
            <a:avLst/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1691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2514600"/>
            <a:ext cx="365760" cy="365760"/>
          </a:xfrm>
          <a:prstGeom prst="ellipse">
            <a:avLst/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20840" y="24688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&amp; Deployment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7920" y="3291840"/>
            <a:ext cx="365760" cy="365760"/>
          </a:xfrm>
          <a:prstGeom prst="ellipse">
            <a:avLst/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32461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 Setup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7920" y="4069080"/>
            <a:ext cx="365760" cy="365760"/>
          </a:xfrm>
          <a:prstGeom prst="ellipse">
            <a:avLst/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20840" y="40233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7920" y="4846320"/>
            <a:ext cx="365760" cy="365760"/>
          </a:xfrm>
          <a:prstGeom prst="ellipse">
            <a:avLst/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20840" y="48006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PlaceSync — APSSDC AWS &amp; DevOps Internship Project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3840480" cy="384048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2DD4B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PLACESYNC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icons/sitemap_2DD4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3736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information is scattered across notices, emails, and spreadsheets — no single source of truth for students.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0" name="Image 1" descr="icons/student_2DD4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7180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78892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no easy way to view placement drives, company details, or track their own application status.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3886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3" name="Image 2" descr="icons/admin_2DD4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2336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8404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manage company and drive data manually, which does not scale as the number of drives grows.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4937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6" name="Image 3" descr="icons/brain_2DD4B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07492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89204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 need hands-on experience provisioning real AWS infrastructure, not just building an application.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PlaceSync — APSSDC AWS &amp; DevOps Internship Project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3840480" cy="384048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2DD4B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PlaceSync is architected as two decoupled services — a static frontend and a Node.js/Express REST API — provisioned on AWS entirely through Infrastructure as Code with Terraform.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111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83464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0B1229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8" name="Image 0" descr="icons/layers_2DD4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99923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6118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Architecture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60120" y="40690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(static HTML/CSS/JS) and backend (Express REST API) are independently deployable services.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9120" y="25146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111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283464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0B1229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3" name="Image 1" descr="icons/database_2DD4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99923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9160" y="36118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Persistence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09160" y="40690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supports a local JSON file for development, and AWS DynamoDB for production.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38160" y="25146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111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58200" y="283464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0B1229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8" name="Image 2" descr="icons/code_2DD4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299923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36118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458200" y="40690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AWS resources — S3, EC2, CloudFront, DynamoDB, IAM — are provisioned via Terraform.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PlaceSync — APSSDC AWS &amp; DevOps Internship Project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3840480" cy="384048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2DD4B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pic>
        <p:nvPicPr>
          <p:cNvPr id="5" name="Image 0" descr="icons/student_2DD4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7512" y="2724912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260604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placement drives &amp; company details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" y="3383280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3264408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a company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7512" y="404164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3922776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application status</a:t>
            </a:r>
            <a:endParaRPr lang="en-US" sz="1300" dirty="0"/>
          </a:p>
        </p:txBody>
      </p:sp>
      <p:pic>
        <p:nvPicPr>
          <p:cNvPr id="14" name="Image 1" descr="icons/admin_2DD4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459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9204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389120" y="21031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admin.html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416552" y="2724912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4"/>
          <p:cNvSpPr/>
          <p:nvPr/>
        </p:nvSpPr>
        <p:spPr>
          <a:xfrm>
            <a:off x="4645152" y="260604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placement drives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416552" y="3383280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0" name="Text 16"/>
          <p:cNvSpPr/>
          <p:nvPr/>
        </p:nvSpPr>
        <p:spPr>
          <a:xfrm>
            <a:off x="4645152" y="3264408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update company records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416552" y="404164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2" name="Text 18"/>
          <p:cNvSpPr/>
          <p:nvPr/>
        </p:nvSpPr>
        <p:spPr>
          <a:xfrm>
            <a:off x="4645152" y="3922776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student applications</a:t>
            </a:r>
            <a:endParaRPr lang="en-US" sz="1300" dirty="0"/>
          </a:p>
        </p:txBody>
      </p:sp>
      <p:pic>
        <p:nvPicPr>
          <p:cNvPr id="23" name="Image 2" descr="icons/server_2DD4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64592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64108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8138160" y="21031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backend/src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165592" y="2724912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7" name="Text 22"/>
          <p:cNvSpPr/>
          <p:nvPr/>
        </p:nvSpPr>
        <p:spPr>
          <a:xfrm>
            <a:off x="8394192" y="260604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for drives &amp; applications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8165592" y="3383280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9" name="Text 24"/>
          <p:cNvSpPr/>
          <p:nvPr/>
        </p:nvSpPr>
        <p:spPr>
          <a:xfrm>
            <a:off x="8394192" y="3264408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JSON or DynamoDB persistence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8165592" y="404164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1" name="Text 26"/>
          <p:cNvSpPr/>
          <p:nvPr/>
        </p:nvSpPr>
        <p:spPr>
          <a:xfrm>
            <a:off x="8394192" y="3922776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CORS-free via CloudFront routing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PlaceSync — APSSDC AWS &amp; DevOps Internship Project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3840480" cy="384048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2DD4B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11A3D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202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1229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icons/server_2DD4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0528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API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11A3D"/>
          </a:solidFill>
          <a:ln/>
        </p:spPr>
      </p:sp>
      <p:sp>
        <p:nvSpPr>
          <p:cNvPr id="11" name="Shape 8"/>
          <p:cNvSpPr/>
          <p:nvPr/>
        </p:nvSpPr>
        <p:spPr>
          <a:xfrm>
            <a:off x="3611880" y="19202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1229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2" name="Image 1" descr="icons/code_2DD4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4468" y="20528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6616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static frontend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11A3D"/>
          </a:solidFill>
          <a:ln/>
        </p:spPr>
      </p:sp>
      <p:sp>
        <p:nvSpPr>
          <p:cNvPr id="16" name="Shape 12"/>
          <p:cNvSpPr/>
          <p:nvPr/>
        </p:nvSpPr>
        <p:spPr>
          <a:xfrm>
            <a:off x="6355080" y="19202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1229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7" name="Image 2" descr="icons/database_2DD4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668" y="205282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DynamoDB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0936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vs. production persistence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86968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11A3D"/>
          </a:solidFill>
          <a:ln/>
        </p:spPr>
      </p:sp>
      <p:sp>
        <p:nvSpPr>
          <p:cNvPr id="21" name="Shape 16"/>
          <p:cNvSpPr/>
          <p:nvPr/>
        </p:nvSpPr>
        <p:spPr>
          <a:xfrm>
            <a:off x="9098280" y="19202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1229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2" name="Image 3" descr="icons/sitemap_2DD4B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0868" y="205282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5256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(HCL)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05256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40080" y="3886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11A3D"/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4114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1229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7" name="Image 4" descr="icons/cloud_2DD4B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268" y="424738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2960" y="4754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22960" y="5120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tooling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383280" y="3886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11A3D"/>
          </a:solidFill>
          <a:ln/>
        </p:spPr>
      </p:sp>
      <p:sp>
        <p:nvSpPr>
          <p:cNvPr id="31" name="Shape 24"/>
          <p:cNvSpPr/>
          <p:nvPr/>
        </p:nvSpPr>
        <p:spPr>
          <a:xfrm>
            <a:off x="3611880" y="4114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1229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2" name="Image 5" descr="icons/bolt_2DD4B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4468" y="4247388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66160" y="4754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concurrently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566160" y="5120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orchestration of both services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126480" y="3886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11A3D"/>
          </a:solidFill>
          <a:ln/>
        </p:spPr>
      </p:sp>
      <p:sp>
        <p:nvSpPr>
          <p:cNvPr id="36" name="Shape 28"/>
          <p:cNvSpPr/>
          <p:nvPr/>
        </p:nvSpPr>
        <p:spPr>
          <a:xfrm>
            <a:off x="6355080" y="4114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1229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7" name="Image 6" descr="icons/github_2DD4B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7668" y="4247388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09360" y="4754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6309360" y="5120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source of truth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8869680" y="3886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11A3D"/>
          </a:solidFill>
          <a:ln/>
        </p:spPr>
      </p:sp>
      <p:sp>
        <p:nvSpPr>
          <p:cNvPr id="41" name="Shape 32"/>
          <p:cNvSpPr/>
          <p:nvPr/>
        </p:nvSpPr>
        <p:spPr>
          <a:xfrm>
            <a:off x="9098280" y="4114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1229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42" name="Image 7" descr="icons/cogs_2DD4B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0868" y="4247388"/>
            <a:ext cx="237744" cy="23774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052560" y="4754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workspaces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9052560" y="5120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Root-level dependency management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PlaceSync — APSSDC AWS &amp; DevOps Internship Project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3840480" cy="384048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2DD4B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</a:rPr>
                        <a:t>AWS Service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</a:rPr>
                        <a:t>Purpose in PlaceSync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A7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13E"/>
                          </a:solidFill>
                        </a:rPr>
                        <a:t>Amazon S3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A7A"/>
                          </a:solidFill>
                        </a:rPr>
                        <a:t>Hosts the static frontend web client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A7A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13E"/>
                          </a:solidFill>
                        </a:rPr>
                        <a:t>Amazon EC2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A7A"/>
                          </a:solidFill>
                        </a:rPr>
                        <a:t>Hosts the Node.js/Express backend API service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A7A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13E"/>
                          </a:solidFill>
                        </a:rPr>
                        <a:t>Amazon DynamoDB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A7A"/>
                          </a:solidFill>
                        </a:rPr>
                        <a:t>Key-value persistent storage for placement drives and applications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A7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13E"/>
                          </a:solidFill>
                        </a:rPr>
                        <a:t>Amazon CloudFront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A7A"/>
                          </a:solidFill>
                        </a:rPr>
                        <a:t>Routes "/" to S3 and "/api/*" to EC2 under one domain — no CORS needed, plus CDN distribution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A7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13E"/>
                          </a:solidFill>
                        </a:rPr>
                        <a:t>AWS IAM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A7A"/>
                          </a:solidFill>
                        </a:rPr>
                        <a:t>Authorizes the EC2 instance to securely access DynamoDB tables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PlaceSync — APSSDC AWS &amp; DevOps Internship Project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3840480" cy="384048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2DD4B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F4F7FB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96596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FB3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2386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admin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2331720"/>
            <a:ext cx="457200" cy="0"/>
          </a:xfrm>
          <a:prstGeom prst="line">
            <a:avLst/>
          </a:prstGeom>
          <a:noFill/>
          <a:ln w="15875">
            <a:solidFill>
              <a:srgbClr val="9FB3D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19659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0B1229"/>
          </a:solidFill>
          <a:ln w="12700">
            <a:solidFill>
              <a:srgbClr val="0B12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20440" y="2386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frontend — "/"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760720" y="2331720"/>
            <a:ext cx="1188720" cy="0"/>
          </a:xfrm>
          <a:prstGeom prst="line">
            <a:avLst/>
          </a:prstGeom>
          <a:noFill/>
          <a:ln w="15875">
            <a:solidFill>
              <a:srgbClr val="9FB3D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49440" y="19659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B1229"/>
          </a:solidFill>
          <a:ln w="12700">
            <a:solidFill>
              <a:srgbClr val="0B12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95160" y="2386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 — "/api/*"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38160" y="2697480"/>
            <a:ext cx="0" cy="685800"/>
          </a:xfrm>
          <a:prstGeom prst="line">
            <a:avLst/>
          </a:prstGeom>
          <a:noFill/>
          <a:ln w="15875">
            <a:solidFill>
              <a:srgbClr val="9FB3D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49440" y="3502152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FB3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4472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95160" y="36758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&amp; applications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9440" y="48920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FB3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95160" y="5312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authorizes EC2 → DynamoDB access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138160" y="4233672"/>
            <a:ext cx="0" cy="502920"/>
          </a:xfrm>
          <a:prstGeom prst="line">
            <a:avLst/>
          </a:prstGeom>
          <a:noFill/>
          <a:ln w="15875">
            <a:solidFill>
              <a:srgbClr val="9FB3D9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PlaceSync — APSSDC AWS &amp; DevOps Internship Project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3840480" cy="384048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2DD4B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WITH TERRAFORM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&amp; Deployment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111A3D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2057400"/>
            <a:ext cx="640080" cy="640080"/>
          </a:xfrm>
          <a:prstGeom prst="ellipse">
            <a:avLst/>
          </a:prstGeom>
          <a:solidFill>
            <a:srgbClr val="0B1229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icons/cloud_2DD4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2697480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Tooling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38862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AWS CLI &amp; Terraform, then run "aws configure"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60320" y="2697480"/>
            <a:ext cx="32004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80360" y="237744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111A3D"/>
          </a:solidFill>
          <a:ln/>
        </p:spPr>
      </p:sp>
      <p:sp>
        <p:nvSpPr>
          <p:cNvPr id="14" name="Shape 11"/>
          <p:cNvSpPr/>
          <p:nvPr/>
        </p:nvSpPr>
        <p:spPr>
          <a:xfrm>
            <a:off x="3520440" y="2057400"/>
            <a:ext cx="640080" cy="640080"/>
          </a:xfrm>
          <a:prstGeom prst="ellipse">
            <a:avLst/>
          </a:prstGeom>
          <a:solidFill>
            <a:srgbClr val="0B1229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204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1" descr="icons/code_2DD4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697480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1752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Terraform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017520" y="38862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"terraform init" inside the terraform/ directory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00600" y="2697480"/>
            <a:ext cx="32004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120640" y="237744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111A3D"/>
          </a:solidFill>
          <a:ln/>
        </p:spPr>
      </p:sp>
      <p:sp>
        <p:nvSpPr>
          <p:cNvPr id="21" name="Shape 17"/>
          <p:cNvSpPr/>
          <p:nvPr/>
        </p:nvSpPr>
        <p:spPr>
          <a:xfrm>
            <a:off x="5760720" y="2057400"/>
            <a:ext cx="640080" cy="640080"/>
          </a:xfrm>
          <a:prstGeom prst="ellipse">
            <a:avLst/>
          </a:prstGeom>
          <a:solidFill>
            <a:srgbClr val="0B1229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607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3" name="Image 2" descr="icons/sitemap_2DD4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697480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5780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Apply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257800" y="38862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"terraform apply" provisions S3, EC2, CloudFront, DynamoDB, IAM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040880" y="2697480"/>
            <a:ext cx="32004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7360920" y="237744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111A3D"/>
          </a:solidFill>
          <a:ln/>
        </p:spPr>
      </p:sp>
      <p:sp>
        <p:nvSpPr>
          <p:cNvPr id="28" name="Shape 23"/>
          <p:cNvSpPr/>
          <p:nvPr/>
        </p:nvSpPr>
        <p:spPr>
          <a:xfrm>
            <a:off x="8001000" y="2057400"/>
            <a:ext cx="640080" cy="640080"/>
          </a:xfrm>
          <a:prstGeom prst="ellipse">
            <a:avLst/>
          </a:prstGeom>
          <a:solidFill>
            <a:srgbClr val="0B1229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0010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0" name="Image 3" descr="icons/server_2DD4B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2697480"/>
            <a:ext cx="402336" cy="40233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9808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Frontend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498080" y="38862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"aws s3 sync" pushes frontend/ to the new S3 bucket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9281160" y="2697480"/>
            <a:ext cx="32004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9601200" y="237744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111A3D"/>
          </a:solidFill>
          <a:ln/>
        </p:spPr>
      </p:sp>
      <p:sp>
        <p:nvSpPr>
          <p:cNvPr id="35" name="Shape 29"/>
          <p:cNvSpPr/>
          <p:nvPr/>
        </p:nvSpPr>
        <p:spPr>
          <a:xfrm>
            <a:off x="10241280" y="2057400"/>
            <a:ext cx="640080" cy="640080"/>
          </a:xfrm>
          <a:prstGeom prst="ellipse">
            <a:avLst/>
          </a:prstGeom>
          <a:solidFill>
            <a:srgbClr val="0B1229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102412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7" name="Image 4" descr="icons/check_2DD4B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0152" y="2697480"/>
            <a:ext cx="402336" cy="40233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73836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App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9738360" y="38862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CloudFront domain from the Terraform outputs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PlaceSync — APSSDC AWS &amp; DevOps Internship Project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3840480" cy="384048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2DD4B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 Setup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Node.js version 18.0.0 or later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7772400" cy="502920"/>
          </a:xfrm>
          <a:prstGeom prst="roundRect">
            <a:avLst>
              <a:gd name="adj" fmla="val 14545"/>
            </a:avLst>
          </a:prstGeom>
          <a:solidFill>
            <a:srgbClr val="111A3D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68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&amp;&amp; npm run install:all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services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7772400" cy="502920"/>
          </a:xfrm>
          <a:prstGeom prst="roundRect">
            <a:avLst>
              <a:gd name="adj" fmla="val 14545"/>
            </a:avLst>
          </a:prstGeom>
          <a:solidFill>
            <a:srgbClr val="111A3D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20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" y="4379976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97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served at http://localhost:5000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" y="4764024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6817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runs at http://localhost:3000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148072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06577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backend defaults to a JSON file (backend/src/data/db.json)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" y="5532120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44982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is pre-configured to allow requests from port 5000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PlaceSync — APSSDC AWS &amp; DevOps Internship Project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3840480" cy="384048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2DD4B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6" name="Image 0" descr="icons/route_2DD4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892808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provisioning and deployment with GitHub Actions CI/CD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496312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9" name="Image 1" descr="icons/route_2DD4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60604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4505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Amazon CloudWatch dashboards &amp; alarms for backend monitoring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3209544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2" name="Image 2" descr="icons/route_2DD4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319272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16382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Amazon SNS for deployment and alarm notifications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40080" y="3922776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5" name="Image 3" descr="icons/route_2DD4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032504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8770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authentication for student and admin roles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40080" y="4636008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111A3D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8" name="Image 4" descr="icons/route_2DD4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745736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45902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custom domain with HTTPS via an ACM certificate on CloudFront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PlaceSync — APSSDC AWS &amp; DevOps Internship Project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3840480" cy="384048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2DD4BF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2DD4BF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pic>
        <p:nvPicPr>
          <p:cNvPr id="6" name="Image 0" descr="icons/check_2DD4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9280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745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PlaceSync demonstrates a decoupled, cloud-native architecture for a real placement-tracking use case.</a:t>
            </a:r>
            <a:endParaRPr lang="en-US" sz="1550" dirty="0"/>
          </a:p>
        </p:txBody>
      </p:sp>
      <p:pic>
        <p:nvPicPr>
          <p:cNvPr id="8" name="Image 1" descr="icons/code_2DD4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614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7432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infrastructure is provisioned as code with Terraform — S3, EC2, CloudFront, DynamoDB, and IAM.</a:t>
            </a:r>
            <a:endParaRPr lang="en-US" sz="1550" dirty="0"/>
          </a:p>
        </p:txBody>
      </p:sp>
      <p:pic>
        <p:nvPicPr>
          <p:cNvPr id="10" name="Image 2" descr="icons/database_2DD4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30168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36118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persistence (local JSON / DynamoDB) allows development without any AWS dependency.</a:t>
            </a:r>
            <a:endParaRPr lang="en-US" sz="1550" dirty="0"/>
          </a:p>
        </p:txBody>
      </p:sp>
      <p:pic>
        <p:nvPicPr>
          <p:cNvPr id="12" name="Image 3" descr="icons/route_2DD4B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498848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4480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establishes a clear foundation for CI/CD automation, monitoring, and alerting.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PlaceSync — APSSDC AWS &amp; DevOps Internship Project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2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3840480" cy="384048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2DD4BF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2DD4BF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286000" y="3474720"/>
            <a:ext cx="5029200" cy="5029200"/>
          </a:xfrm>
          <a:prstGeom prst="ellipse">
            <a:avLst/>
          </a:prstGeom>
          <a:solidFill>
            <a:srgbClr val="FF9900">
              <a:alpha val="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432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— PlaceSync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865</Words>
  <Application>Microsoft Office PowerPoint</Application>
  <PresentationFormat>Widescreen</PresentationFormat>
  <Paragraphs>184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Mahaboob P</cp:lastModifiedBy>
  <cp:revision>2</cp:revision>
  <dcterms:created xsi:type="dcterms:W3CDTF">2026-07-12T06:53:36Z</dcterms:created>
  <dcterms:modified xsi:type="dcterms:W3CDTF">2026-07-13T05:42:00Z</dcterms:modified>
</cp:coreProperties>
</file>